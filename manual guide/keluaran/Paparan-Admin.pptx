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3B4D6"/>
                </a:solidFill>
              </a:rPr>
              <a:t>SMK NEGERI 2 CIMAHI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Panduan Admin &amp; Wakasek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8EA"/>
                </a:solidFill>
              </a:rPr>
              <a:t>Data Master, Integrasi, Pemantauan, dan Pemeliharaan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4297680"/>
            <a:ext cx="14630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6634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B4D6"/>
                </a:solidFill>
              </a:rPr>
              <a:t>Aplikasi Agenda Pembelajaran Kelas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90B4"/>
                </a:solidFill>
              </a:rPr>
              <a:t>Bahan Paparan · Versi 1.0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</a:rPr>
              <a:t>Panel Admin: 20 Tab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005840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46634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Data master: Guru, Siswa, Kelas, Mapel, Jadwal, Pengguna.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Karakter: butir penilaian, Ambang rekomendasi, Nilai Manual.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Operasional: Tahun Ajaran, Import Data, Kalender, Pengaturan Agenda.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Integrasi: Penyimpanan (R2), Notifikasi Push, Foto, Jadwal PDF.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Pemeliharaan: Backup &amp; Restore, Deploy &amp; Maintenance, Guru Inval.</a:t>
            </a:r>
            <a:endParaRPr lang="en-US" sz="1400" dirty="0"/>
          </a:p>
        </p:txBody>
      </p:sp>
      <p:pic>
        <p:nvPicPr>
          <p:cNvPr id="5" name="Image 0" descr="/home/kusman/projects/agenda-pembelajaran/manual guide/gambar/admin/panel-ad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560195"/>
            <a:ext cx="6126480" cy="38290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65176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</a:rPr>
              <a:t>Data Master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35661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</a:rPr>
              <a:t>Fondasi yang harus benar sejak awal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</a:rPr>
              <a:t>Urutan Pengisian yang Benar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005840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46634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1. Tahun Ajaran — wadah bagi semua data lain.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2. Mapel — mata pelajaran.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3. Guru — siapa yang mengajar (di sini pula guru BK ditandai).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4. Kelas — rombel + penetapan wali kelas.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5. Siswa — siapa yang belajar, di kelas mana.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6. Jadwal — guru × mapel × kelas × hari × jam.</a:t>
            </a:r>
            <a:endParaRPr lang="en-US" sz="1400" dirty="0"/>
          </a:p>
        </p:txBody>
      </p:sp>
      <p:pic>
        <p:nvPicPr>
          <p:cNvPr id="5" name="Image 0" descr="/home/kusman/projects/agenda-pembelajaran/manual guide/gambar/admin/tab/jadw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560195"/>
            <a:ext cx="6126480" cy="38290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5897880"/>
            <a:ext cx="11155680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C36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5943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5B15"/>
                </a:solidFill>
              </a:rPr>
              <a:t>Jadwal adalah sumber kebenaran: dashboard guru, pilihan kelas di Laporan, dan hitungan Kosong di EWS Guru.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</a:rPr>
              <a:t>Kapabilitas Ditetapkan dari Sini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005840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46634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B3A4A"/>
                </a:solidFill>
              </a:rPr>
              <a:t>Menu Wali Kelas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Muncul ketika guru ditetapkan sebagai wali kelas pada kelas di tahun ajaran AKTIF.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B3A4A"/>
                </a:solidFill>
              </a:rPr>
              <a:t>Menu BK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Muncul ketika guru ditandai sebagai guru BK pada tab Guru.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Guru dapat memegang keduanya sekaligus.</a:t>
            </a:r>
            <a:endParaRPr lang="en-US" sz="1400" dirty="0"/>
          </a:p>
        </p:txBody>
      </p:sp>
      <p:pic>
        <p:nvPicPr>
          <p:cNvPr id="5" name="Image 0" descr="/home/kusman/projects/agenda-pembelajaran/manual guide/gambar/admin/tab/kel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560195"/>
            <a:ext cx="6126480" cy="38290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5897880"/>
            <a:ext cx="11155680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C36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5943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5B15"/>
                </a:solidFill>
              </a:rPr>
              <a:t>Keluhan "menu saya hilang" hampir selalu berujung pada dua penetapan ini.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</a:rPr>
              <a:t>Import Data: Tiga Jebakan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005840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46634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B3A4A"/>
                </a:solidFill>
              </a:rPr>
              <a:t>Digit NIP / NIS / NISN rusak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Excel memperlakukannya sebagai bilangan: nol di depan hilang, digit akhir dibulatkan. Format kolom sebagai TEKS.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B3A4A"/>
                </a:solidFill>
              </a:rPr>
              <a:t>Akun guru terduplikasi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Nama yang ditulis sedikit berbeda antar berkas membuat akun ganda. Samakan penulisan lebih dulu.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B3A4A"/>
                </a:solidFill>
              </a:rPr>
              <a:t>Kode program keahlian tidak dikenali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Kelas gagal terbentuk. Gunakan kode yang dipakai sekolah.</a:t>
            </a:r>
            <a:endParaRPr lang="en-US" sz="1400" dirty="0"/>
          </a:p>
        </p:txBody>
      </p:sp>
      <p:pic>
        <p:nvPicPr>
          <p:cNvPr id="5" name="Image 0" descr="/home/kusman/projects/agenda-pembelajaran/manual guide/gambar/admin/tab/import-d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560195"/>
            <a:ext cx="6126480" cy="38290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5897880"/>
            <a:ext cx="11155680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C36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5943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5B15"/>
                </a:solidFill>
              </a:rPr>
              <a:t>Urutan impor: Excel guru → XML jadwal → siswa. Baris yang gagal tidak membatalkan yang berhasil.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65176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</a:rPr>
              <a:t>Karakter &amp; Ambang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35661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</a:rPr>
              <a:t>Menjaga skala poin tetap setara antar guru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</a:rPr>
              <a:t>Ambang Rekomendasi Otomatis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005840" cy="41148"/>
          </a:xfrm>
          <a:prstGeom prst="rect">
            <a:avLst/>
          </a:prstGeom>
          <a:solidFill>
            <a:srgbClr val="2563EB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Rentang poin bersih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Rekomendasi yang terbit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≥ +30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Apresiasi formal; kandidat siswa berprestasi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+15 s.d. +29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Pujian dan motivasi; catat sebagai siswa teladan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−10 s.d. −19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Pembinaan langsung oleh wali kelas; catat dalam buku kasus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−20 s.d. −49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Hubungi orang tua; pembinaan intensif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≤ −50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Konseling bersama BK; pertimbangkan surat peringatan formal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B"/>
                </a:solidFill>
              </a:rPr>
              <a:t>Mengubah bobot butir TIDAK menghitung ulang poin yang telanjur diberikan. Ubah di awal semester.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</a:rPr>
              <a:t>Antrian Nilai Manual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005840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46634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Guru mengajukan perilaku yang tidak tercakup butir baku.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Admin dapat Setujui, Sesuaikan nilai finalnya, atau Tolak.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Selama belum ditinjau, poin belum memengaruhi siswa sama sekali.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Catatan: "Nilai Tambah" (−20…+20) TIDAK melewati antrian ini — langsung final.</a:t>
            </a:r>
            <a:endParaRPr lang="en-US" sz="1400" dirty="0"/>
          </a:p>
        </p:txBody>
      </p:sp>
      <p:pic>
        <p:nvPicPr>
          <p:cNvPr id="5" name="Image 0" descr="/home/kusman/projects/agenda-pembelajaran/manual guide/gambar/admin/tab/nilai-man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560195"/>
            <a:ext cx="6126480" cy="38290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65176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</a:rPr>
              <a:t>Pemantauan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35661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</a:rPr>
              <a:t>EWS Guru dan Rekap Lintas Semester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</a:rPr>
              <a:t>EWS Guru: Kepatuhan Pengisian Agenda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005840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46634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Menampilkan Terisi / Draft / Kosong per guru untuk rentang tanggal tertentu.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Klik nama guru untuk melihat rincian sesi dan waktu pengisiannya.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Kolom "Diisi Pada" berasal dari log audit (waktu dan alamat IP).</a:t>
            </a:r>
            <a:endParaRPr lang="en-US" sz="1400" dirty="0"/>
          </a:p>
        </p:txBody>
      </p:sp>
      <p:pic>
        <p:nvPicPr>
          <p:cNvPr id="5" name="Image 0" descr="/home/kusman/projects/agenda-pembelajaran/manual guide/gambar/admin/ews-guru-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560195"/>
            <a:ext cx="6126480" cy="38290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5897880"/>
            <a:ext cx="11155680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C36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5943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5B15"/>
                </a:solidFill>
              </a:rPr>
              <a:t>Sebelum menyimpulkan guru lalai: periksa jadwal, status guru inval, dan hari tidak efektif.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</a:rPr>
              <a:t>Kalender dan Minggu Efektif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005840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46634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Tiga cara mengisi kalender: Google API Key, berkas ICS, atau import Excel.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B3A4A"/>
                </a:solidFill>
              </a:rPr>
              <a:t>Sinkronisasi kalender TIDAK otomatis menandai hari tidak efektif.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Penandaan tetap tindakan sadar Admin — tidak semua acara meniadakan pembelajaran.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Hari efektif hanya dihitung di dalam rentang tanggal semester aktif.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Ekspor PDF dibatasi 40 lembar; arahkan kebutuhan massal ke Excel.</a:t>
            </a:r>
            <a:endParaRPr lang="en-US" sz="1400" dirty="0"/>
          </a:p>
        </p:txBody>
      </p:sp>
      <p:pic>
        <p:nvPicPr>
          <p:cNvPr id="5" name="Image 0" descr="/home/kusman/projects/agenda-pembelajaran/manual guide/gambar/admin/kalen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560195"/>
            <a:ext cx="6126480" cy="38290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65176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</a:rPr>
              <a:t>Pemeliharaan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35661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</a:rPr>
              <a:t>Merawat aplikasi tanpa akses Terminal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</a:rPr>
              <a:t>Deploy &amp; Maintenance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005840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46634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Peladen produksi berjalan di cPanel — tanpa akses Terminal.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Tab ini memindahkan perintah pemeliharaan ke antarmuka web.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Tersedia: migrasi basis data, bersihkan cache, tautkan penyimpanan, periksa kesehatan.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B3A4A"/>
                </a:solidFill>
              </a:rPr>
              <a:t>Urutan setelah pembaruan: Backup → Migrasi → Bersihkan cache → Periksa kesehatan.</a:t>
            </a:r>
            <a:endParaRPr lang="en-US" sz="1400" dirty="0"/>
          </a:p>
        </p:txBody>
      </p:sp>
      <p:pic>
        <p:nvPicPr>
          <p:cNvPr id="5" name="Image 0" descr="/home/kusman/projects/agenda-pembelajaran/manual guide/gambar/admin/tab/deploy-dan-mainten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560195"/>
            <a:ext cx="6126480" cy="38290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5897880"/>
            <a:ext cx="11155680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C36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5943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5B15"/>
                </a:solidFill>
              </a:rPr>
              <a:t>Jangan pernah menjalankan migrasi tanpa backup. Restore menimpa seluruh data dan tidak dapat dibatalkan.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</a:rPr>
              <a:t>Integrasi Opsional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005840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46634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B3A4A"/>
                </a:solidFill>
              </a:rPr>
              <a:t>Penyimpanan Cloudflare R2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Kredensial terenkripsi. Tekan Tes Koneksi sebelum menyalakan. Kolom kosong = jangan ubah.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B3A4A"/>
                </a:solidFill>
              </a:rPr>
              <a:t>Notifikasi Push (Firebase)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Setelah dikonfigurasi, tiap pengguna mengatur sendiri jenis notifikasinya.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Izin notifikasi diberikan peramban pengguna — Admin tidak dapat memaksanya.</a:t>
            </a:r>
            <a:endParaRPr lang="en-US" sz="1400" dirty="0"/>
          </a:p>
        </p:txBody>
      </p:sp>
      <p:pic>
        <p:nvPicPr>
          <p:cNvPr id="5" name="Image 0" descr="/home/kusman/projects/agenda-pembelajaran/manual guide/gambar/admin/tab/penyimpan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560195"/>
            <a:ext cx="6126480" cy="38290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Terima kasih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22960" y="3017520"/>
            <a:ext cx="14630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3383280"/>
            <a:ext cx="10424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7D8EA"/>
                </a:solidFill>
              </a:rPr>
              <a:t>Backup sebelum setiap tindakan berisiko: impor massal, migrasi, pergantian tahun ajaran.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7D8EA"/>
                </a:solidFill>
              </a:rPr>
              <a:t>Periksa jadwal lebih dulu ketika ada keluhan tentang EWS Guru.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7D8EA"/>
                </a:solidFill>
              </a:rPr>
              <a:t>Format kolom NIP/NIS sebagai Teks sebelum mengimpor.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7D8EA"/>
                </a:solidFill>
              </a:rPr>
              <a:t>Tinjau antrian Nilai Manual secara rutin agar poin siswa tidak menggantung.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58521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90B4"/>
                </a:solidFill>
              </a:rPr>
              <a:t>Panduan lengkap: dokumen "Panduan Pengguna Agenda Pembelajaran"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SMK Negeri 2 Cimahi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Panduan Admin &amp; Wakasek</dc:title>
  <dc:subject>Panduan Aplikasi Agenda Pembelajaran</dc:subject>
  <dc:creator>SMK Negeri 2 Cimahi</dc:creator>
  <cp:lastModifiedBy>SMK Negeri 2 Cimahi</cp:lastModifiedBy>
  <cp:revision>1</cp:revision>
  <dcterms:created xsi:type="dcterms:W3CDTF">2026-07-10T04:18:22Z</dcterms:created>
  <dcterms:modified xsi:type="dcterms:W3CDTF">2026-07-10T04:18:22Z</dcterms:modified>
</cp:coreProperties>
</file>