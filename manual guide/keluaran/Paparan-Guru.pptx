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3B4D6"/>
                </a:solidFill>
              </a:rPr>
              <a:t>SMK NEGERI 2 CIMAHI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Panduan Guru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8EA"/>
                </a:solidFill>
              </a:rPr>
              <a:t>Agenda, Presensi, Karakter, dan Guru Inval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1463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B4D6"/>
                </a:solidFill>
              </a:rPr>
              <a:t>Aplikasi Agenda Pembelajaran Kelas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0B4"/>
                </a:solidFill>
              </a:rPr>
              <a:t>Bahan Paparan · Versi 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Mengapa Aplikasi Ini Ada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Setiap detik administratif yang dihemat dari guru adalah investasi untuk kualitas pembelajaran.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Agenda inti selesai ≤ 2 menit — tanpa upload foto, tanpa isian berulang.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Absensi satu kelas ≤ 90 detik karena bawaannya sudah Hadir.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Satu poin karakter ≤ 20 detik — pilih butir, bukan menulis narasi.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Data yang Anda isi otomatis menjadi peringatan dini bagi wali kelas dan BK.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guru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51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Memulai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</a:rPr>
              <a:t>Masuk, memilih semester, membaca dashboard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Masuk ke Aplikasi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Identitas: alamat surel atau NIP.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Pilih semester yang akan Anda kerjakan.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Semester menentukan seluruh data yang Anda lihat sesudahnya.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Lupa password? Gunakan tautan pada halaman masuk.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umum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897880"/>
            <a:ext cx="11155680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B15"/>
                </a:solidFill>
              </a:rPr>
              <a:t>Data terasa "hilang"? Periksa lebih dulu apakah Anda berada di semester yang benar.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Dashboard: Mulai dari yang Mendesak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Agenda Perlu Diisi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Termasuk jadwal minggu-minggu lalu yang belum diisi, bukan hanya hari ini.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Lencana merah menandai sesi yang sudah lewat batas.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Jadwal Minggu Ini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Seluruh jadwal mengajar dikelompokkan per hari.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guru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51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Alur Kerja Harian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</a:rPr>
              <a:t>Tujuan Pembelajaran → Agenda → Presensi → Karakter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1. Tujuan Pembelajaran: Ketik Sekali, Pakai Berulang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Cakupan TP: Mata Pelajaran × Fase × Semester × Tahun Ajaran.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Fase E untuk kelas X; Fase F untuk kelas XI dan XII.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TP dibagikan antar guru serumpun — perubahan Anda dilihat rekan.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Import Excel untuk memasukkan puluhan TP sekaligus.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Setiap perubahan tercatat pada log dan dapat dikembalikan Admin.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guru/tujuan-pembelaja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2. Agenda: Presensi Sudah Menyatu di Dalamnya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Pilih sesi — daftar lain otomatis disembunyikan agar Anda fokus.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Centang TP yang tercapai; tidak perlu mengetik ulang materi.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Tulis resume KBM singkat.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Ketuk nama siswa yang tidak hadir. Sisanya sudah Hadir.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Satu kali Simpan menyelesaikan agenda dan presensi sekaligus.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guru/agenda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897880"/>
            <a:ext cx="11155680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B15"/>
                </a:solidFill>
              </a:rPr>
              <a:t>Batas waktu hanya berlaku saat MEMBUAT agenda baru. Menyunting agenda lama selalu boleh.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Detail Agenda</a:t>
            </a:r>
            <a:endParaRPr lang="en-US" sz="2000" dirty="0"/>
          </a:p>
        </p:txBody>
      </p:sp>
      <p:pic>
        <p:nvPicPr>
          <p:cNvPr id="3" name="Image 0" descr="/home/kusman/projects/agenda-pembelajaran/manual guide/gambar/guru/agenda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552" y="914400"/>
            <a:ext cx="7900416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B"/>
                </a:solidFill>
              </a:rPr>
              <a:t>TP yang dicentang, resume KBM, rekap presensi — semuanya dalam satu layar.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3. Penilaian Karakter: Tiga Langkah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Langkah 1 — pilih kelas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Langkah 2 — ketuk kartu siswa (berfoto &amp; bernomor absen)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2B3A4A"/>
                </a:solidFill>
              </a:rPr>
              <a:t>Langkah 3 — pilih butir sub-karakter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Bobot sudah ditetapkan sekolah: apresiasi (+) atau pelanggaran (−).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Seluruh guru yang mengajar adalah observer karakter, bukan hanya wali kelas.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guru/karakter-3-input-p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8498" y="1188720"/>
            <a:ext cx="598516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Contoh Butir dan Bobot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Kategori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Butir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Bobot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Kedisiplinan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Tepat waktu masuk kelas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+5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Kedisiplinan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Membawa / menggunakan HP tanpa izin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−10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Sopan Santun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Membantu teman yang kesulitan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+5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Sopan Santun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Berkata tidak sopan / kasar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−10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Keaktifan &amp; Prestasi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Aktif berdiskusi / bertanya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+5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Keaktifan &amp; Prestasi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Juara lomba tingkat kota/provinsi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+25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</a:rPr>
              <a:t>Daftar lengkap dikelola Admin. Poin bersih siswa memicu rekomendasi tindakan otomatis.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Karakter Manual vs Nilai Tambah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Nilai Karakter Manual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Nilai Tambah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Rentang poin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Mengikuti bobot disetujui Admin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−20 sampai +20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Perlu persetujuan Admin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Ya — poin belum dihitung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Tidak — langsung final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Cocok untuk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Perilaku menonjol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3A4A"/>
                          </a:solidFill>
                        </a:rPr>
                        <a:t>Apresiasi/koreksi ringan harian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</a:rPr>
              <a:t>Karena Nilai Tambah langsung final, rentangnya sengaja dibatasi.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51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Guru Inval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</a:rPr>
              <a:t>Mengalihkan kewajiban mengajar saat berhalangan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Mengajukan Guru Pengganti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Centang 1 sampai 12 sesi sekaligus.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Pilih guru pengganti dari daftar calon yang tidak bentrok jamnya.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Isi alasan (wajib), pesan dan link tugas (opsional).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Guru pengganti menerima notifikasi, lalu Setujui atau Tolak.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guru/in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897880"/>
            <a:ext cx="11155680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B15"/>
                </a:solidFill>
              </a:rPr>
              <a:t>Hanya status DISETUJUI yang memindahkan kewajiban agenda. Pengajuan yang menggantung tidak memindahkan apa pun.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51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Laporan &amp; Kalender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</a:rPr>
              <a:t>Mencetak, menandatangani, mengarsipkan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Laporan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Rekap Agenda Saya — agenda yang telah diisi.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Rekap Kehadiran Siswa — H / S / I / A per siswa.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Rekap Karakter Siswa — akumulasi poin per kategori.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Laporan Nilai Tambah.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Semua tersedia dalam PDF (untuk ditandatangani) dan Excel (untuk diolah).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guru/lapor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5897880"/>
            <a:ext cx="11155680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C36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5B15"/>
                </a:solidFill>
              </a:rPr>
              <a:t>Nama dan gelar pada tanda tangan diambil dari halaman Profil. Isi gelar Anda di sana.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Minggu Efektif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1005840" cy="411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6634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Hanya dihitung di dalam rentang tanggal semester aktif.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Sabtu dan Minggu tidak pernah efektif.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Satu minggu efektif bila memuat ≥ 3 hari efektif.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Hari yang ditandai tidak efektif dikurangkan.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3A4A"/>
                </a:solidFill>
              </a:rPr>
              <a:t>PDF dibatasi 40 lembar; gunakan Excel untuk rekap massal.</a:t>
            </a:r>
            <a:endParaRPr lang="en-US" sz="1400" dirty="0"/>
          </a:p>
        </p:txBody>
      </p:sp>
      <p:pic>
        <p:nvPicPr>
          <p:cNvPr id="5" name="Image 0" descr="/home/kusman/projects/agenda-pembelajaran/manual guide/gambar/guru/minggu-efekti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60195"/>
            <a:ext cx="6126480" cy="38290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Terima kasih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3017520"/>
            <a:ext cx="1463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338328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EA"/>
                </a:solidFill>
              </a:rPr>
              <a:t>Isi agenda pada hari yang sama — dashboard mengingatkan yang tertunda.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EA"/>
                </a:solidFill>
              </a:rPr>
              <a:t>Beri poin karakter sedikit tapi rutin, bukan menumpuk di akhir semester.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EA"/>
                </a:solidFill>
              </a:rPr>
              <a:t>Ajukan guru inval sebelum berhalangan, dan pastikan disetujui.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7D8EA"/>
                </a:solidFill>
              </a:rPr>
              <a:t>Lengkapi gelar di halaman Profil agar tanda tangan laporan benar.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0B4"/>
                </a:solidFill>
              </a:rPr>
              <a:t>Panduan lengkap: dokumen "Panduan Pengguna Agenda Pembelajaran"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SMK Negeri 2 Cimahi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Panduan Guru</dc:title>
  <dc:subject>Panduan Aplikasi Agenda Pembelajaran</dc:subject>
  <dc:creator>SMK Negeri 2 Cimahi</dc:creator>
  <cp:lastModifiedBy>SMK Negeri 2 Cimahi</cp:lastModifiedBy>
  <cp:revision>1</cp:revision>
  <dcterms:created xsi:type="dcterms:W3CDTF">2026-07-10T04:18:22Z</dcterms:created>
  <dcterms:modified xsi:type="dcterms:W3CDTF">2026-07-10T04:18:22Z</dcterms:modified>
</cp:coreProperties>
</file>