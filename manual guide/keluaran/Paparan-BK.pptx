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B4D6"/>
                </a:solidFill>
              </a:rPr>
              <a:t>SMK NEGERI 2 CIMAHI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Panduan Guru BK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8EA"/>
                </a:solidFill>
              </a:rPr>
              <a:t>EWS Murid, Konseling, dan Kerahasiaan Catatan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4D6"/>
                </a:solidFill>
              </a:rPr>
              <a:t>Aplikasi Agenda Pembelajaran Kelas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Bahan Paparan · Versi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BK = Guru + Kapabilitas BK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Kapabilitas BK aktif ketika Admin menandai akun Anda sebagai guru BK.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Menu BK muncul sebagai kelompok tersendiri pada sidebar.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Bila Anda sekaligus wali kelas, Anda mendapat DUA menu EWS terpisah.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"EWS Siswa" berisi kelas perwalian; "EWS Murid BK" berisi kelas yang Anda ampu.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b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Pemisahan ini disengaja agar jelas dalam kapasitas apa Anda sedang bekerja.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Ruang Lingkup Akses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Guru BK melihat siswa pada kelas yang ia ampu — bukan seluruh siswa sekolah.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Pembatasan ini ditentukan oleh penugasan kelas, bukan oleh status BK semata.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Daftar kosong? Hubungi Admin untuk memeriksa penugasan kelas Anda.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bk/ews-murid-b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Daftar siswa yang kosong bukan kerusakan sistem — itu berarti belum ada penugasan kelas.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Membaca Tingkat EWS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Dimensi berisiko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Tingkat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Tindakan yang lazim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Hijau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Pantau rutin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Kuning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Pembinaan wali kelas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Oranye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Libatkan orang tua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3+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Merah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Konseling bersama BK; pertimbangkan surat peringatan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Dimensi: kehadiran &lt;80%, poin karakter negatif, catatan KBM ≥3, rata-rata nilai &lt;70.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Konseling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Bekerja per kasus, bukan menelusuri daftar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Alur Konseling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Halaman dibuka kosong: hanya kotak pencarian. Ini disengaja.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Ketik nama atau NIS siswa, minimal dua karakter.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Layar kasus menampilkan riwayat lengkap: EWS, poin karakter, penanganan wali kelas.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Tambahkan sesi konseling: judul, catatan, dokumen, sakelar berbagi.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bk/konseling-detail-sis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Kerahasiaan Catatan Konseling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Catatan konseling PRIVAT secara bawaan.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Wali kelas tidak dapat membacanya kecuali Anda menyalakan sakelar bagikan.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Satu pengecualian: resume penutup.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Resume penutup sesi otomatis dibagikan — wali kelas berhak tahu kasus telah selesai.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Pertimbangkan masak-masak: sekali dibagikan, catatan dapat dibaca wali kelas.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bk/konseling-cari-sis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UU Pelindungan Data Pribadi No. 27/2022 mengikat seluruh pengguna aplikasi ini.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Riwayat Dokumen Penanganan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Seluruh lampiran dari sesi penanganan dan konseling terkumpul di satu halaman.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Saring berdasarkan kelas.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Unduh satuan, atau seluruhnya sekaligus sebagai berkas ZIP.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Gambar dan PDF dikompresi otomatis saat diunggah.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bk/riwayat-dok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3832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Eskalasi dari wali kelas muncul di dashboard — tanggapi sebelum kasus menua.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Bagikan hanya yang perlu; resume penutup sudah cukup untuk koordinasi.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Tutup sesi yang selesai agar wali kelas tahu kasus tidak menggantung.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Jangan membagikan tangkapan layar berisi data siswa ke grup percakapan.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Panduan lengkap: dokumen "Panduan Pengguna Agenda Pembelajaran"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SMK Negeri 2 Cimahi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Guru BK</dc:title>
  <dc:subject>Panduan Aplikasi Agenda Pembelajaran</dc:subject>
  <dc:creator>SMK Negeri 2 Cimahi</dc:creator>
  <cp:lastModifiedBy>SMK Negeri 2 Cimahi</cp:lastModifiedBy>
  <cp:revision>1</cp:revision>
  <dcterms:created xsi:type="dcterms:W3CDTF">2026-07-10T04:18:22Z</dcterms:created>
  <dcterms:modified xsi:type="dcterms:W3CDTF">2026-07-10T04:18:22Z</dcterms:modified>
</cp:coreProperties>
</file>