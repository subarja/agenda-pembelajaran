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B4D6"/>
                </a:solidFill>
              </a:rPr>
              <a:t>SMK NEGERI 2 CIMAHI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Panduan Wali Kelas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8EA"/>
                </a:solidFill>
              </a:rPr>
              <a:t>Presensi Harian, EWS Siswa, Penanganan, dan Refleksi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4D6"/>
                </a:solidFill>
              </a:rPr>
              <a:t>Aplikasi Agenda Pembelajaran Kelas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Bahan Paparan · Versi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Wali Kelas = Guru + Kapabilitas Tambahan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Wali Kelas bukan peran terpisah, melainkan kapabilitas di atas peran Guru.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Aktif otomatis ketika Admin menetapkan Anda sebagai wali kelas pada tahun ajaran aktif.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Anda tetap memiliki seluruh menu guru: agenda, presensi, karakter, laporan.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Tambahannya muncul di bagian "Menu Wali Kelas" pada sidebar.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wali_kela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Menu Wali Kelas tidak muncul? Minta Admin memeriksa penetapan wali kelas di tab Kelas.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Dashboard: Siswa Sedang Ditangani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Daftar siswa yang penanganannya belum ditutup.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Umur kasus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Menunjukkan berapa lama kasus dibiarkan terbuka — mencegah kasus mengendap.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Ringkasan sebaran EWS kelas perwalian Anda.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wali_kela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Presensi Harian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Kehadiran administratif kelas, per hari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Presensi Harian ≠ Presensi Sesi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Presensi sesi diisi guru mata pelajaran, per jam pelajaran.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Presensi harian diisi wali kelas, satu hari penuh.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Keduanya berdiri sendiri dan tidak saling menimpa.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Rekap bulanan tersedia di bagian bawah halaman.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wali_kelas/presensi-har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Sistem Peringatan Dini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Data berbicara sebelum masalah membesar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Empat Dimensi EWS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Dimensi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Batas aman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Berisiko bila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Kehadiran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≥ 80%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Kehadiran di bawah 80%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Poin Karakter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≥ 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Poin bersih negatif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Catatan KBM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≤ 2 catatan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Terdapat 3 catatan atau lebih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Rata-rata Nilai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≥ 70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Rata-rata di bawah 70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Tidak ada input tambahan dari guru — EWS adalah hasil sampingan agenda, presensi, dan poin karakter.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Cara Tingkat Peringatan Ditentukan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Jumlah dimensi berisiko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Tingkat EWS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Hijau — Normal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Kuning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Oranye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3 atau lebih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Merah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Setiap kenaikan tingkat mengirim notifikasi eskalasi. Alpa 3× berturut-turut memicu peringatan tersendiri.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Detail EWS Siswa</a:t>
            </a:r>
            <a:endParaRPr lang="en-US" sz="2000" dirty="0"/>
          </a:p>
        </p:txBody>
      </p:sp>
      <p:pic>
        <p:nvPicPr>
          <p:cNvPr id="3" name="Image 0" descr="/home/kusman/projects/agenda-pembelajaran/manual guide/gambar/wali_kelas/ews-detail-sis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914400"/>
            <a:ext cx="7900416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Empat kartu dimensi, rekomendasi otomatis, dan riwayat karakter beserta nama guru pemberinya.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Penanganan &amp; Koordinasi dengan BK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Mencatat, menutup, mengeskalasi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Sesi Penanganan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Judul: ringkasan kasus dalam satu kalimat.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Uraian: maksimal sekitar 200 kata; catatan panjang otomatis diringkas.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Dokumen: lampiran gambar atau PDF, dikompresi otomatis.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Tutup sesi dengan resume penutup — otomatis dibagikan kepada BK.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Eskalasikan ke BK bila penanganan wali kelas tidak memadai.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wali_kelas/ews-sis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Catatan BK privat secara bawaan. Anda hanya membacanya bila BK sengaja membagikannya.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Data Siswa &amp; Refleksi Mingguan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Menu Siswa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Kelola foto dan profil siswa; buka rekam akademik lengkapnya.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Lengkapi nama dan kontak orang tua — dipakai saat rekomendasi meminta menghubungi mereka.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Refleksi Mingguan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Satu catatan reflektif per minggu tentang kelas perwalian Anda.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wali_kelas/rekap-sis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3832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Tutup kasus yang sudah selesai — papan "Siswa Sedang Ditangani" mengukur umur kasus.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Periksa EWS sekali seminggu, bukan menunggu notifikasi merah.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Lengkapi kontak orang tua sebelum kasus muncul, bukan sesudahnya.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Tulis refleksi mingguan selagi ingatannya masih segar.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Panduan lengkap: dokumen "Panduan Pengguna Agenda Pembelajaran"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SMK Negeri 2 Cimahi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Wali Kelas</dc:title>
  <dc:subject>Panduan Aplikasi Agenda Pembelajaran</dc:subject>
  <dc:creator>SMK Negeri 2 Cimahi</dc:creator>
  <cp:lastModifiedBy>SMK Negeri 2 Cimahi</cp:lastModifiedBy>
  <cp:revision>1</cp:revision>
  <dcterms:created xsi:type="dcterms:W3CDTF">2026-07-10T04:18:22Z</dcterms:created>
  <dcterms:modified xsi:type="dcterms:W3CDTF">2026-07-10T04:18:22Z</dcterms:modified>
</cp:coreProperties>
</file>